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78" r:id="rId2"/>
    <p:sldId id="279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56" r:id="rId14"/>
  </p:sldIdLst>
  <p:sldSz cx="5715000" cy="1238250"/>
  <p:notesSz cx="6858000" cy="9144000"/>
  <p:embeddedFontLst>
    <p:embeddedFont>
      <p:font typeface="Ruda" panose="020B0604020202020204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90">
          <p15:clr>
            <a:srgbClr val="747775"/>
          </p15:clr>
        </p15:guide>
        <p15:guide id="2" pos="180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14" d="100"/>
          <a:sy n="214" d="100"/>
        </p:scale>
        <p:origin x="145" y="1012"/>
      </p:cViewPr>
      <p:guideLst>
        <p:guide orient="horz" pos="390"/>
        <p:guide pos="180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LLAN Marcos Emiliano" userId="40c8c79c-5c5a-41f9-9d77-1cceebb95638" providerId="ADAL" clId="{7A641C69-7EE4-49C7-A872-AB83B42935E9}"/>
    <pc:docChg chg="delSld">
      <pc:chgData name="SANTILLAN Marcos Emiliano" userId="40c8c79c-5c5a-41f9-9d77-1cceebb95638" providerId="ADAL" clId="{7A641C69-7EE4-49C7-A872-AB83B42935E9}" dt="2026-05-13T01:01:08.172" v="16" actId="47"/>
      <pc:docMkLst>
        <pc:docMk/>
      </pc:docMkLst>
      <pc:sldChg chg="del">
        <pc:chgData name="SANTILLAN Marcos Emiliano" userId="40c8c79c-5c5a-41f9-9d77-1cceebb95638" providerId="ADAL" clId="{7A641C69-7EE4-49C7-A872-AB83B42935E9}" dt="2026-05-13T01:00:52.100" v="0" actId="47"/>
        <pc:sldMkLst>
          <pc:docMk/>
          <pc:sldMk cId="0" sldId="257"/>
        </pc:sldMkLst>
      </pc:sldChg>
      <pc:sldChg chg="del">
        <pc:chgData name="SANTILLAN Marcos Emiliano" userId="40c8c79c-5c5a-41f9-9d77-1cceebb95638" providerId="ADAL" clId="{7A641C69-7EE4-49C7-A872-AB83B42935E9}" dt="2026-05-13T01:00:57.186" v="1" actId="47"/>
        <pc:sldMkLst>
          <pc:docMk/>
          <pc:sldMk cId="0" sldId="258"/>
        </pc:sldMkLst>
      </pc:sldChg>
      <pc:sldChg chg="del">
        <pc:chgData name="SANTILLAN Marcos Emiliano" userId="40c8c79c-5c5a-41f9-9d77-1cceebb95638" providerId="ADAL" clId="{7A641C69-7EE4-49C7-A872-AB83B42935E9}" dt="2026-05-13T01:00:58.929" v="2" actId="47"/>
        <pc:sldMkLst>
          <pc:docMk/>
          <pc:sldMk cId="0" sldId="259"/>
        </pc:sldMkLst>
      </pc:sldChg>
      <pc:sldChg chg="del">
        <pc:chgData name="SANTILLAN Marcos Emiliano" userId="40c8c79c-5c5a-41f9-9d77-1cceebb95638" providerId="ADAL" clId="{7A641C69-7EE4-49C7-A872-AB83B42935E9}" dt="2026-05-13T01:00:59.431" v="3" actId="47"/>
        <pc:sldMkLst>
          <pc:docMk/>
          <pc:sldMk cId="0" sldId="260"/>
        </pc:sldMkLst>
      </pc:sldChg>
      <pc:sldChg chg="del">
        <pc:chgData name="SANTILLAN Marcos Emiliano" userId="40c8c79c-5c5a-41f9-9d77-1cceebb95638" providerId="ADAL" clId="{7A641C69-7EE4-49C7-A872-AB83B42935E9}" dt="2026-05-13T01:00:59.914" v="4" actId="47"/>
        <pc:sldMkLst>
          <pc:docMk/>
          <pc:sldMk cId="0" sldId="261"/>
        </pc:sldMkLst>
      </pc:sldChg>
      <pc:sldChg chg="del">
        <pc:chgData name="SANTILLAN Marcos Emiliano" userId="40c8c79c-5c5a-41f9-9d77-1cceebb95638" providerId="ADAL" clId="{7A641C69-7EE4-49C7-A872-AB83B42935E9}" dt="2026-05-13T01:01:00.664" v="5" actId="47"/>
        <pc:sldMkLst>
          <pc:docMk/>
          <pc:sldMk cId="0" sldId="262"/>
        </pc:sldMkLst>
      </pc:sldChg>
      <pc:sldChg chg="del">
        <pc:chgData name="SANTILLAN Marcos Emiliano" userId="40c8c79c-5c5a-41f9-9d77-1cceebb95638" providerId="ADAL" clId="{7A641C69-7EE4-49C7-A872-AB83B42935E9}" dt="2026-05-13T01:01:01.589" v="6" actId="47"/>
        <pc:sldMkLst>
          <pc:docMk/>
          <pc:sldMk cId="0" sldId="263"/>
        </pc:sldMkLst>
      </pc:sldChg>
      <pc:sldChg chg="del">
        <pc:chgData name="SANTILLAN Marcos Emiliano" userId="40c8c79c-5c5a-41f9-9d77-1cceebb95638" providerId="ADAL" clId="{7A641C69-7EE4-49C7-A872-AB83B42935E9}" dt="2026-05-13T01:01:02.217" v="7" actId="47"/>
        <pc:sldMkLst>
          <pc:docMk/>
          <pc:sldMk cId="0" sldId="264"/>
        </pc:sldMkLst>
      </pc:sldChg>
      <pc:sldChg chg="del">
        <pc:chgData name="SANTILLAN Marcos Emiliano" userId="40c8c79c-5c5a-41f9-9d77-1cceebb95638" providerId="ADAL" clId="{7A641C69-7EE4-49C7-A872-AB83B42935E9}" dt="2026-05-13T01:01:02.774" v="8" actId="47"/>
        <pc:sldMkLst>
          <pc:docMk/>
          <pc:sldMk cId="0" sldId="265"/>
        </pc:sldMkLst>
      </pc:sldChg>
      <pc:sldChg chg="del">
        <pc:chgData name="SANTILLAN Marcos Emiliano" userId="40c8c79c-5c5a-41f9-9d77-1cceebb95638" providerId="ADAL" clId="{7A641C69-7EE4-49C7-A872-AB83B42935E9}" dt="2026-05-13T01:01:03.347" v="9" actId="47"/>
        <pc:sldMkLst>
          <pc:docMk/>
          <pc:sldMk cId="0" sldId="266"/>
        </pc:sldMkLst>
      </pc:sldChg>
      <pc:sldChg chg="del">
        <pc:chgData name="SANTILLAN Marcos Emiliano" userId="40c8c79c-5c5a-41f9-9d77-1cceebb95638" providerId="ADAL" clId="{7A641C69-7EE4-49C7-A872-AB83B42935E9}" dt="2026-05-13T01:01:03.854" v="10" actId="47"/>
        <pc:sldMkLst>
          <pc:docMk/>
          <pc:sldMk cId="0" sldId="267"/>
        </pc:sldMkLst>
      </pc:sldChg>
      <pc:sldChg chg="del">
        <pc:chgData name="SANTILLAN Marcos Emiliano" userId="40c8c79c-5c5a-41f9-9d77-1cceebb95638" providerId="ADAL" clId="{7A641C69-7EE4-49C7-A872-AB83B42935E9}" dt="2026-05-13T01:01:04.956" v="11" actId="47"/>
        <pc:sldMkLst>
          <pc:docMk/>
          <pc:sldMk cId="0" sldId="268"/>
        </pc:sldMkLst>
      </pc:sldChg>
      <pc:sldChg chg="del">
        <pc:chgData name="SANTILLAN Marcos Emiliano" userId="40c8c79c-5c5a-41f9-9d77-1cceebb95638" providerId="ADAL" clId="{7A641C69-7EE4-49C7-A872-AB83B42935E9}" dt="2026-05-13T01:01:05.623" v="12" actId="47"/>
        <pc:sldMkLst>
          <pc:docMk/>
          <pc:sldMk cId="0" sldId="269"/>
        </pc:sldMkLst>
      </pc:sldChg>
      <pc:sldChg chg="del">
        <pc:chgData name="SANTILLAN Marcos Emiliano" userId="40c8c79c-5c5a-41f9-9d77-1cceebb95638" providerId="ADAL" clId="{7A641C69-7EE4-49C7-A872-AB83B42935E9}" dt="2026-05-13T01:01:06.199" v="13" actId="47"/>
        <pc:sldMkLst>
          <pc:docMk/>
          <pc:sldMk cId="0" sldId="270"/>
        </pc:sldMkLst>
      </pc:sldChg>
      <pc:sldChg chg="del">
        <pc:chgData name="SANTILLAN Marcos Emiliano" userId="40c8c79c-5c5a-41f9-9d77-1cceebb95638" providerId="ADAL" clId="{7A641C69-7EE4-49C7-A872-AB83B42935E9}" dt="2026-05-13T01:01:06.731" v="14" actId="47"/>
        <pc:sldMkLst>
          <pc:docMk/>
          <pc:sldMk cId="0" sldId="271"/>
        </pc:sldMkLst>
      </pc:sldChg>
      <pc:sldChg chg="del">
        <pc:chgData name="SANTILLAN Marcos Emiliano" userId="40c8c79c-5c5a-41f9-9d77-1cceebb95638" providerId="ADAL" clId="{7A641C69-7EE4-49C7-A872-AB83B42935E9}" dt="2026-05-13T01:01:07.606" v="15" actId="47"/>
        <pc:sldMkLst>
          <pc:docMk/>
          <pc:sldMk cId="0" sldId="272"/>
        </pc:sldMkLst>
      </pc:sldChg>
      <pc:sldChg chg="del">
        <pc:chgData name="SANTILLAN Marcos Emiliano" userId="40c8c79c-5c5a-41f9-9d77-1cceebb95638" providerId="ADAL" clId="{7A641C69-7EE4-49C7-A872-AB83B42935E9}" dt="2026-05-13T01:01:08.172" v="16" actId="47"/>
        <pc:sldMkLst>
          <pc:docMk/>
          <pc:sldMk cId="0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-4483837" y="685800"/>
            <a:ext cx="158262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7CD6651B-0DC3-B32E-F57A-5C9DA88CB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46471da5_0_42:notes">
            <a:extLst>
              <a:ext uri="{FF2B5EF4-FFF2-40B4-BE49-F238E27FC236}">
                <a16:creationId xmlns:a16="http://schemas.microsoft.com/office/drawing/2014/main" id="{F8CE6804-A702-47B9-30EF-89F3DF5BB8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46471da5_0_42:notes">
            <a:extLst>
              <a:ext uri="{FF2B5EF4-FFF2-40B4-BE49-F238E27FC236}">
                <a16:creationId xmlns:a16="http://schemas.microsoft.com/office/drawing/2014/main" id="{2F6E042C-679A-0945-29A6-7D1BAB4829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24668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58371221-773F-5435-F329-64CEB37F6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46471da5_0_42:notes">
            <a:extLst>
              <a:ext uri="{FF2B5EF4-FFF2-40B4-BE49-F238E27FC236}">
                <a16:creationId xmlns:a16="http://schemas.microsoft.com/office/drawing/2014/main" id="{68D9F4ED-A08E-4D85-9703-50D97530AF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46471da5_0_42:notes">
            <a:extLst>
              <a:ext uri="{FF2B5EF4-FFF2-40B4-BE49-F238E27FC236}">
                <a16:creationId xmlns:a16="http://schemas.microsoft.com/office/drawing/2014/main" id="{6BB7C758-0552-EE4D-F3C1-0EAD51D7EB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10266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66531EE0-7E64-6056-799C-076802F9EC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46471da5_0_42:notes">
            <a:extLst>
              <a:ext uri="{FF2B5EF4-FFF2-40B4-BE49-F238E27FC236}">
                <a16:creationId xmlns:a16="http://schemas.microsoft.com/office/drawing/2014/main" id="{D7BF893D-2AE8-314D-E6C7-88E744F2FA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46471da5_0_42:notes">
            <a:extLst>
              <a:ext uri="{FF2B5EF4-FFF2-40B4-BE49-F238E27FC236}">
                <a16:creationId xmlns:a16="http://schemas.microsoft.com/office/drawing/2014/main" id="{33E693D7-90F1-8277-105F-66C087A358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183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8C414D54-BD5E-75E2-5164-999F67A4C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46471da5_0_42:notes">
            <a:extLst>
              <a:ext uri="{FF2B5EF4-FFF2-40B4-BE49-F238E27FC236}">
                <a16:creationId xmlns:a16="http://schemas.microsoft.com/office/drawing/2014/main" id="{7A4EF398-D6E7-166D-2F7F-8AEE8B308F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46471da5_0_42:notes">
            <a:extLst>
              <a:ext uri="{FF2B5EF4-FFF2-40B4-BE49-F238E27FC236}">
                <a16:creationId xmlns:a16="http://schemas.microsoft.com/office/drawing/2014/main" id="{D7262CF2-777F-F532-53B8-7C4668315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11961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E897BA8A-E439-51B3-65AC-3468F60AD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46471da5_0_42:notes">
            <a:extLst>
              <a:ext uri="{FF2B5EF4-FFF2-40B4-BE49-F238E27FC236}">
                <a16:creationId xmlns:a16="http://schemas.microsoft.com/office/drawing/2014/main" id="{C7072982-0873-EDFC-B907-758AAEB042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46471da5_0_42:notes">
            <a:extLst>
              <a:ext uri="{FF2B5EF4-FFF2-40B4-BE49-F238E27FC236}">
                <a16:creationId xmlns:a16="http://schemas.microsoft.com/office/drawing/2014/main" id="{DE4824AC-FDC4-BC44-B748-2FC32C4791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257559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F60BCBD6-399E-FCC2-B4CD-E2B84FEA86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46471da5_0_42:notes">
            <a:extLst>
              <a:ext uri="{FF2B5EF4-FFF2-40B4-BE49-F238E27FC236}">
                <a16:creationId xmlns:a16="http://schemas.microsoft.com/office/drawing/2014/main" id="{21E72CAC-7484-2535-AA3B-E5114EBB8C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46471da5_0_42:notes">
            <a:extLst>
              <a:ext uri="{FF2B5EF4-FFF2-40B4-BE49-F238E27FC236}">
                <a16:creationId xmlns:a16="http://schemas.microsoft.com/office/drawing/2014/main" id="{8DA8FB05-1978-F91E-5256-F9FA469305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371925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ECED9E89-97AB-B175-66B9-36206B54A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46471da5_0_42:notes">
            <a:extLst>
              <a:ext uri="{FF2B5EF4-FFF2-40B4-BE49-F238E27FC236}">
                <a16:creationId xmlns:a16="http://schemas.microsoft.com/office/drawing/2014/main" id="{EBD70DC2-0830-4DED-5FD9-E700884370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46471da5_0_42:notes">
            <a:extLst>
              <a:ext uri="{FF2B5EF4-FFF2-40B4-BE49-F238E27FC236}">
                <a16:creationId xmlns:a16="http://schemas.microsoft.com/office/drawing/2014/main" id="{EEAD6D93-26E4-FD3A-7D06-1EEEBCAF67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19852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27878754-759F-B004-338C-997F08E9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46471da5_0_42:notes">
            <a:extLst>
              <a:ext uri="{FF2B5EF4-FFF2-40B4-BE49-F238E27FC236}">
                <a16:creationId xmlns:a16="http://schemas.microsoft.com/office/drawing/2014/main" id="{519ABF83-6769-6FB2-CB73-098D4368ED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46471da5_0_42:notes">
            <a:extLst>
              <a:ext uri="{FF2B5EF4-FFF2-40B4-BE49-F238E27FC236}">
                <a16:creationId xmlns:a16="http://schemas.microsoft.com/office/drawing/2014/main" id="{689D7DC2-08AF-5729-86DA-905FC954D3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03312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DEC4267B-7408-63C0-D28B-60908E1F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46471da5_0_42:notes">
            <a:extLst>
              <a:ext uri="{FF2B5EF4-FFF2-40B4-BE49-F238E27FC236}">
                <a16:creationId xmlns:a16="http://schemas.microsoft.com/office/drawing/2014/main" id="{79FA27ED-4579-5425-CBF9-B6B94E71BC9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46471da5_0_42:notes">
            <a:extLst>
              <a:ext uri="{FF2B5EF4-FFF2-40B4-BE49-F238E27FC236}">
                <a16:creationId xmlns:a16="http://schemas.microsoft.com/office/drawing/2014/main" id="{AEFCE6F6-AEB9-684E-62CE-A73BC042AF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013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3D692882-2CE9-D89A-A962-EAB479513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46471da5_0_42:notes">
            <a:extLst>
              <a:ext uri="{FF2B5EF4-FFF2-40B4-BE49-F238E27FC236}">
                <a16:creationId xmlns:a16="http://schemas.microsoft.com/office/drawing/2014/main" id="{743FD086-18F8-F28B-857B-693FCFC683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46471da5_0_42:notes">
            <a:extLst>
              <a:ext uri="{FF2B5EF4-FFF2-40B4-BE49-F238E27FC236}">
                <a16:creationId xmlns:a16="http://schemas.microsoft.com/office/drawing/2014/main" id="{AE847BC3-B89C-B184-EA1C-DA691949E8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86701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5BB979B6-7DC8-5C4E-A35D-13C1DB10A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46471da5_0_42:notes">
            <a:extLst>
              <a:ext uri="{FF2B5EF4-FFF2-40B4-BE49-F238E27FC236}">
                <a16:creationId xmlns:a16="http://schemas.microsoft.com/office/drawing/2014/main" id="{0EE49ACF-AB4E-3074-A4D5-5F8CC726CC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46471da5_0_42:notes">
            <a:extLst>
              <a:ext uri="{FF2B5EF4-FFF2-40B4-BE49-F238E27FC236}">
                <a16:creationId xmlns:a16="http://schemas.microsoft.com/office/drawing/2014/main" id="{95974DFB-4532-806C-13FA-9754247A12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60206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>
          <a:extLst>
            <a:ext uri="{FF2B5EF4-FFF2-40B4-BE49-F238E27FC236}">
              <a16:creationId xmlns:a16="http://schemas.microsoft.com/office/drawing/2014/main" id="{6C9F27A2-6CA9-0440-277C-12CFE0ED9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d246471da5_0_42:notes">
            <a:extLst>
              <a:ext uri="{FF2B5EF4-FFF2-40B4-BE49-F238E27FC236}">
                <a16:creationId xmlns:a16="http://schemas.microsoft.com/office/drawing/2014/main" id="{B020A6A6-8622-EBCF-9C39-A3AB82DE23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d246471da5_0_42:notes">
            <a:extLst>
              <a:ext uri="{FF2B5EF4-FFF2-40B4-BE49-F238E27FC236}">
                <a16:creationId xmlns:a16="http://schemas.microsoft.com/office/drawing/2014/main" id="{343863A8-A3F3-6B46-B1C8-F6BF10733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33848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483100" y="685800"/>
            <a:ext cx="1582578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94818" y="179250"/>
            <a:ext cx="5325300" cy="494100"/>
          </a:xfrm>
          <a:prstGeom prst="rect">
            <a:avLst/>
          </a:prstGeom>
        </p:spPr>
        <p:txBody>
          <a:bodyPr spcFirstLastPara="1" wrap="square" lIns="45425" tIns="45425" rIns="45425" bIns="45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ctr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94813" y="682289"/>
            <a:ext cx="5325300" cy="190800"/>
          </a:xfrm>
          <a:prstGeom prst="rect">
            <a:avLst/>
          </a:prstGeom>
        </p:spPr>
        <p:txBody>
          <a:bodyPr spcFirstLastPara="1" wrap="square" lIns="45425" tIns="45425" rIns="45425" bIns="45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5295286" y="1122626"/>
            <a:ext cx="342900" cy="94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94813" y="517797"/>
            <a:ext cx="5325300" cy="202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5295286" y="1122626"/>
            <a:ext cx="342900" cy="94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94813" y="107136"/>
            <a:ext cx="5325300" cy="138000"/>
          </a:xfrm>
          <a:prstGeom prst="rect">
            <a:avLst/>
          </a:prstGeom>
        </p:spPr>
        <p:txBody>
          <a:bodyPr spcFirstLastPara="1" wrap="square" lIns="45425" tIns="45425" rIns="45425" bIns="45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94813" y="277448"/>
            <a:ext cx="5325300" cy="822600"/>
          </a:xfrm>
          <a:prstGeom prst="rect">
            <a:avLst/>
          </a:prstGeom>
        </p:spPr>
        <p:txBody>
          <a:bodyPr spcFirstLastPara="1" wrap="square" lIns="45425" tIns="45425" rIns="45425" bIns="45425" anchor="t" anchorCtr="0">
            <a:norm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5295286" y="1122626"/>
            <a:ext cx="342900" cy="94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94813" y="107136"/>
            <a:ext cx="5325300" cy="138000"/>
          </a:xfrm>
          <a:prstGeom prst="rect">
            <a:avLst/>
          </a:prstGeom>
        </p:spPr>
        <p:txBody>
          <a:bodyPr spcFirstLastPara="1" wrap="square" lIns="45425" tIns="45425" rIns="45425" bIns="45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94813" y="277448"/>
            <a:ext cx="2499900" cy="822600"/>
          </a:xfrm>
          <a:prstGeom prst="rect">
            <a:avLst/>
          </a:prstGeom>
        </p:spPr>
        <p:txBody>
          <a:bodyPr spcFirstLastPara="1" wrap="square" lIns="45425" tIns="45425" rIns="45425" bIns="45425" anchor="t" anchorCtr="0">
            <a:norm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3020250" y="277448"/>
            <a:ext cx="2499900" cy="822600"/>
          </a:xfrm>
          <a:prstGeom prst="rect">
            <a:avLst/>
          </a:prstGeom>
        </p:spPr>
        <p:txBody>
          <a:bodyPr spcFirstLastPara="1" wrap="square" lIns="45425" tIns="45425" rIns="45425" bIns="45425" anchor="t" anchorCtr="0">
            <a:norm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SzPts val="700"/>
              <a:buChar char="●"/>
              <a:defRPr sz="700"/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5295286" y="1122626"/>
            <a:ext cx="342900" cy="94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94813" y="107136"/>
            <a:ext cx="5325300" cy="138000"/>
          </a:xfrm>
          <a:prstGeom prst="rect">
            <a:avLst/>
          </a:prstGeom>
        </p:spPr>
        <p:txBody>
          <a:bodyPr spcFirstLastPara="1" wrap="square" lIns="45425" tIns="45425" rIns="45425" bIns="45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5295286" y="1122626"/>
            <a:ext cx="342900" cy="94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94813" y="133756"/>
            <a:ext cx="1755000" cy="181800"/>
          </a:xfrm>
          <a:prstGeom prst="rect">
            <a:avLst/>
          </a:prstGeom>
        </p:spPr>
        <p:txBody>
          <a:bodyPr spcFirstLastPara="1" wrap="square" lIns="45425" tIns="45425" rIns="45425" bIns="45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94813" y="334533"/>
            <a:ext cx="1755000" cy="765300"/>
          </a:xfrm>
          <a:prstGeom prst="rect">
            <a:avLst/>
          </a:prstGeom>
        </p:spPr>
        <p:txBody>
          <a:bodyPr spcFirstLastPara="1" wrap="square" lIns="45425" tIns="45425" rIns="45425" bIns="45425" anchor="t" anchorCtr="0">
            <a:normAutofit/>
          </a:bodyPr>
          <a:lstStyle>
            <a:lvl1pPr marL="457200" lvl="0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1pPr>
            <a:lvl2pPr marL="914400" lvl="1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2pPr>
            <a:lvl3pPr marL="1371600" lvl="2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3pPr>
            <a:lvl4pPr marL="1828800" lvl="3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4pPr>
            <a:lvl5pPr marL="2286000" lvl="4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5pPr>
            <a:lvl6pPr marL="2743200" lvl="5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6pPr>
            <a:lvl7pPr marL="3200400" lvl="6" indent="-266700">
              <a:spcBef>
                <a:spcPts val="0"/>
              </a:spcBef>
              <a:spcAft>
                <a:spcPts val="0"/>
              </a:spcAft>
              <a:buSzPts val="600"/>
              <a:buChar char="●"/>
              <a:defRPr sz="600"/>
            </a:lvl7pPr>
            <a:lvl8pPr marL="3657600" lvl="7" indent="-266700">
              <a:spcBef>
                <a:spcPts val="0"/>
              </a:spcBef>
              <a:spcAft>
                <a:spcPts val="0"/>
              </a:spcAft>
              <a:buSzPts val="600"/>
              <a:buChar char="○"/>
              <a:defRPr sz="600"/>
            </a:lvl8pPr>
            <a:lvl9pPr marL="4114800" lvl="8" indent="-266700">
              <a:spcBef>
                <a:spcPts val="0"/>
              </a:spcBef>
              <a:spcAft>
                <a:spcPts val="0"/>
              </a:spcAft>
              <a:buSzPts val="600"/>
              <a:buChar char="■"/>
              <a:defRPr sz="6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5295286" y="1122626"/>
            <a:ext cx="342900" cy="94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306406" y="108369"/>
            <a:ext cx="3979800" cy="9849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5295286" y="1122626"/>
            <a:ext cx="342900" cy="94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2857500" y="-30"/>
            <a:ext cx="2857500" cy="1238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45425" tIns="45425" rIns="45425" bIns="45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165938" y="296875"/>
            <a:ext cx="2528100" cy="357000"/>
          </a:xfrm>
          <a:prstGeom prst="rect">
            <a:avLst/>
          </a:prstGeom>
        </p:spPr>
        <p:txBody>
          <a:bodyPr spcFirstLastPara="1" wrap="square" lIns="45425" tIns="45425" rIns="45425" bIns="45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165938" y="674814"/>
            <a:ext cx="2528100" cy="297300"/>
          </a:xfrm>
          <a:prstGeom prst="rect">
            <a:avLst/>
          </a:prstGeom>
        </p:spPr>
        <p:txBody>
          <a:bodyPr spcFirstLastPara="1" wrap="square" lIns="45425" tIns="45425" rIns="45425" bIns="45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3087188" y="174314"/>
            <a:ext cx="2398200" cy="8895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5295286" y="1122626"/>
            <a:ext cx="342900" cy="94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94813" y="1018472"/>
            <a:ext cx="3749400" cy="145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5295286" y="1122626"/>
            <a:ext cx="342900" cy="94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94813" y="266289"/>
            <a:ext cx="5325300" cy="472800"/>
          </a:xfrm>
          <a:prstGeom prst="rect">
            <a:avLst/>
          </a:prstGeom>
        </p:spPr>
        <p:txBody>
          <a:bodyPr spcFirstLastPara="1" wrap="square" lIns="45425" tIns="45425" rIns="45425" bIns="45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94813" y="758869"/>
            <a:ext cx="5325300" cy="313200"/>
          </a:xfrm>
          <a:prstGeom prst="rect">
            <a:avLst/>
          </a:prstGeom>
        </p:spPr>
        <p:txBody>
          <a:bodyPr spcFirstLastPara="1" wrap="square" lIns="45425" tIns="45425" rIns="45425" bIns="45425" anchor="t" anchorCtr="0">
            <a:normAutofit/>
          </a:bodyPr>
          <a:lstStyle>
            <a:lvl1pPr marL="457200" lvl="0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marL="914400" lvl="1" indent="-27305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2pPr>
            <a:lvl3pPr marL="1371600" lvl="2" indent="-27305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3pPr>
            <a:lvl4pPr marL="1828800" lvl="3" indent="-27305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4pPr>
            <a:lvl5pPr marL="2286000" lvl="4" indent="-27305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5pPr>
            <a:lvl6pPr marL="2743200" lvl="5" indent="-27305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6pPr>
            <a:lvl7pPr marL="3200400" lvl="6" indent="-273050" algn="ctr">
              <a:spcBef>
                <a:spcPts val="0"/>
              </a:spcBef>
              <a:spcAft>
                <a:spcPts val="0"/>
              </a:spcAft>
              <a:buSzPts val="700"/>
              <a:buChar char="●"/>
              <a:defRPr/>
            </a:lvl7pPr>
            <a:lvl8pPr marL="3657600" lvl="7" indent="-273050" algn="ctr">
              <a:spcBef>
                <a:spcPts val="0"/>
              </a:spcBef>
              <a:spcAft>
                <a:spcPts val="0"/>
              </a:spcAft>
              <a:buSzPts val="700"/>
              <a:buChar char="○"/>
              <a:defRPr/>
            </a:lvl8pPr>
            <a:lvl9pPr marL="4114800" lvl="8" indent="-27305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5295286" y="1122626"/>
            <a:ext cx="342900" cy="94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5295286" y="1122626"/>
            <a:ext cx="342900" cy="94800"/>
          </a:xfrm>
          <a:prstGeom prst="rect">
            <a:avLst/>
          </a:prstGeom>
        </p:spPr>
        <p:txBody>
          <a:bodyPr spcFirstLastPara="1" wrap="square" lIns="45425" tIns="45425" rIns="45425" bIns="45425" anchor="ctr" anchorCtr="0">
            <a:normAutofit fontScale="25000" lnSpcReduction="20000"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94813" y="107136"/>
            <a:ext cx="5325300" cy="13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94813" y="277448"/>
            <a:ext cx="5325300" cy="8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t" anchorCtr="0">
            <a:normAutofit/>
          </a:bodyPr>
          <a:lstStyle>
            <a:lvl1pPr marL="457200" lvl="0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Char char="●"/>
              <a:defRPr sz="900">
                <a:solidFill>
                  <a:schemeClr val="dk2"/>
                </a:solidFill>
              </a:defRPr>
            </a:lvl1pPr>
            <a:lvl2pPr marL="914400" lvl="1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○"/>
              <a:defRPr sz="700">
                <a:solidFill>
                  <a:schemeClr val="dk2"/>
                </a:solidFill>
              </a:defRPr>
            </a:lvl2pPr>
            <a:lvl3pPr marL="1371600" lvl="2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■"/>
              <a:defRPr sz="700">
                <a:solidFill>
                  <a:schemeClr val="dk2"/>
                </a:solidFill>
              </a:defRPr>
            </a:lvl3pPr>
            <a:lvl4pPr marL="1828800" lvl="3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●"/>
              <a:defRPr sz="700">
                <a:solidFill>
                  <a:schemeClr val="dk2"/>
                </a:solidFill>
              </a:defRPr>
            </a:lvl4pPr>
            <a:lvl5pPr marL="2286000" lvl="4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○"/>
              <a:defRPr sz="700">
                <a:solidFill>
                  <a:schemeClr val="dk2"/>
                </a:solidFill>
              </a:defRPr>
            </a:lvl5pPr>
            <a:lvl6pPr marL="2743200" lvl="5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■"/>
              <a:defRPr sz="700">
                <a:solidFill>
                  <a:schemeClr val="dk2"/>
                </a:solidFill>
              </a:defRPr>
            </a:lvl6pPr>
            <a:lvl7pPr marL="3200400" lvl="6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●"/>
              <a:defRPr sz="700">
                <a:solidFill>
                  <a:schemeClr val="dk2"/>
                </a:solidFill>
              </a:defRPr>
            </a:lvl7pPr>
            <a:lvl8pPr marL="3657600" lvl="7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○"/>
              <a:defRPr sz="700">
                <a:solidFill>
                  <a:schemeClr val="dk2"/>
                </a:solidFill>
              </a:defRPr>
            </a:lvl8pPr>
            <a:lvl9pPr marL="4114800" lvl="8" indent="-2730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Char char="■"/>
              <a:defRPr sz="7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5295286" y="1122626"/>
            <a:ext cx="342900" cy="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425" tIns="45425" rIns="45425" bIns="45425" anchor="ctr" anchorCtr="0">
            <a:normAutofit fontScale="25000" lnSpcReduction="20000"/>
          </a:bodyPr>
          <a:lstStyle>
            <a:lvl1pPr lvl="0" algn="r">
              <a:buNone/>
              <a:defRPr sz="500">
                <a:solidFill>
                  <a:schemeClr val="dk2"/>
                </a:solidFill>
              </a:defRPr>
            </a:lvl1pPr>
            <a:lvl2pPr lvl="1" algn="r">
              <a:buNone/>
              <a:defRPr sz="500">
                <a:solidFill>
                  <a:schemeClr val="dk2"/>
                </a:solidFill>
              </a:defRPr>
            </a:lvl2pPr>
            <a:lvl3pPr lvl="2" algn="r">
              <a:buNone/>
              <a:defRPr sz="500">
                <a:solidFill>
                  <a:schemeClr val="dk2"/>
                </a:solidFill>
              </a:defRPr>
            </a:lvl3pPr>
            <a:lvl4pPr lvl="3" algn="r">
              <a:buNone/>
              <a:defRPr sz="500">
                <a:solidFill>
                  <a:schemeClr val="dk2"/>
                </a:solidFill>
              </a:defRPr>
            </a:lvl4pPr>
            <a:lvl5pPr lvl="4" algn="r">
              <a:buNone/>
              <a:defRPr sz="500">
                <a:solidFill>
                  <a:schemeClr val="dk2"/>
                </a:solidFill>
              </a:defRPr>
            </a:lvl5pPr>
            <a:lvl6pPr lvl="5" algn="r">
              <a:buNone/>
              <a:defRPr sz="500">
                <a:solidFill>
                  <a:schemeClr val="dk2"/>
                </a:solidFill>
              </a:defRPr>
            </a:lvl6pPr>
            <a:lvl7pPr lvl="6" algn="r">
              <a:buNone/>
              <a:defRPr sz="500">
                <a:solidFill>
                  <a:schemeClr val="dk2"/>
                </a:solidFill>
              </a:defRPr>
            </a:lvl7pPr>
            <a:lvl8pPr lvl="7" algn="r">
              <a:buNone/>
              <a:defRPr sz="500">
                <a:solidFill>
                  <a:schemeClr val="dk2"/>
                </a:solidFill>
              </a:defRPr>
            </a:lvl8pPr>
            <a:lvl9pPr lvl="8" algn="r">
              <a:buNone/>
              <a:defRPr sz="5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B6C62C9D-54E4-12B7-E270-DB3CFC5F7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3ED553A7-1E32-E5F0-B444-89B56D9DD401}"/>
              </a:ext>
            </a:extLst>
          </p:cNvPr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91A0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75;p30">
            <a:extLst>
              <a:ext uri="{FF2B5EF4-FFF2-40B4-BE49-F238E27FC236}">
                <a16:creationId xmlns:a16="http://schemas.microsoft.com/office/drawing/2014/main" id="{60EFC0AC-289B-FE31-B74F-AD86880EE21A}"/>
              </a:ext>
            </a:extLst>
          </p:cNvPr>
          <p:cNvSpPr txBox="1"/>
          <p:nvPr/>
        </p:nvSpPr>
        <p:spPr>
          <a:xfrm>
            <a:off x="69534" y="419085"/>
            <a:ext cx="399853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Unidad 1. Mediciones, Sistema de Unidades</a:t>
            </a:r>
            <a:endParaRPr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5F549674-1237-47B0-EE75-898487617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7216" y="0"/>
            <a:ext cx="12382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2749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CC516472-92DC-61F5-4AF1-35599D26E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3FE59F6C-20BC-0757-D1D4-FE9CFD8C3060}"/>
              </a:ext>
            </a:extLst>
          </p:cNvPr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91A0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75;p30">
            <a:extLst>
              <a:ext uri="{FF2B5EF4-FFF2-40B4-BE49-F238E27FC236}">
                <a16:creationId xmlns:a16="http://schemas.microsoft.com/office/drawing/2014/main" id="{00EB82B9-32BB-6001-0474-33D7F3BB1C32}"/>
              </a:ext>
            </a:extLst>
          </p:cNvPr>
          <p:cNvSpPr txBox="1"/>
          <p:nvPr/>
        </p:nvSpPr>
        <p:spPr>
          <a:xfrm>
            <a:off x="61406" y="419085"/>
            <a:ext cx="326165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Unidad 2. Instrumentos</a:t>
            </a:r>
            <a:endParaRPr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6C579C6-396C-685A-9AEC-4800600504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3097" y="-1"/>
            <a:ext cx="2172368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29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6FDE53B-507A-B1FF-77D9-AEF4C17CD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EDCDE29C-4425-3F6D-1FDB-3D95EA528CB2}"/>
              </a:ext>
            </a:extLst>
          </p:cNvPr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91A0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75;p30">
            <a:extLst>
              <a:ext uri="{FF2B5EF4-FFF2-40B4-BE49-F238E27FC236}">
                <a16:creationId xmlns:a16="http://schemas.microsoft.com/office/drawing/2014/main" id="{AE482460-47E8-C59A-F638-49FCBC894C67}"/>
              </a:ext>
            </a:extLst>
          </p:cNvPr>
          <p:cNvSpPr txBox="1"/>
          <p:nvPr/>
        </p:nvSpPr>
        <p:spPr>
          <a:xfrm>
            <a:off x="69534" y="311363"/>
            <a:ext cx="399853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Unidad 3. Instrumentos pasivos para medición de tensión, corriente y resistencia</a:t>
            </a:r>
            <a:endParaRPr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30FA904-1378-AC93-AB2E-6643136075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657" y="-1"/>
            <a:ext cx="12382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862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F262ABA9-5679-70B9-9CFC-E465AB3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8C6422DA-2AE2-FC63-E2BA-381CBC885114}"/>
              </a:ext>
            </a:extLst>
          </p:cNvPr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91A0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75;p30">
            <a:extLst>
              <a:ext uri="{FF2B5EF4-FFF2-40B4-BE49-F238E27FC236}">
                <a16:creationId xmlns:a16="http://schemas.microsoft.com/office/drawing/2014/main" id="{B28F12F1-B4AD-A914-7F87-B8ED4AF882D2}"/>
              </a:ext>
            </a:extLst>
          </p:cNvPr>
          <p:cNvSpPr txBox="1"/>
          <p:nvPr/>
        </p:nvSpPr>
        <p:spPr>
          <a:xfrm>
            <a:off x="69534" y="311363"/>
            <a:ext cx="399853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Unidad 4. Instrumentos electrónicos para medición de tensión, corriente y resistencia</a:t>
            </a:r>
            <a:endParaRPr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13DF7AF-67A3-6190-6F8C-2CA77C6B04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545" y="0"/>
            <a:ext cx="640474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3519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B31F046-D478-D8AE-6394-A0BF71A62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CE84BF33-7552-6F37-7879-3C13C5108F60}"/>
              </a:ext>
            </a:extLst>
          </p:cNvPr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91A0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75;p30">
            <a:extLst>
              <a:ext uri="{FF2B5EF4-FFF2-40B4-BE49-F238E27FC236}">
                <a16:creationId xmlns:a16="http://schemas.microsoft.com/office/drawing/2014/main" id="{5854AFDD-D5A0-80E8-4279-D64AE5BC0DB4}"/>
              </a:ext>
            </a:extLst>
          </p:cNvPr>
          <p:cNvSpPr txBox="1"/>
          <p:nvPr/>
        </p:nvSpPr>
        <p:spPr>
          <a:xfrm>
            <a:off x="81726" y="419085"/>
            <a:ext cx="399853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Unidad 5. Osciloscopios de rayos catódicos</a:t>
            </a:r>
            <a:endParaRPr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F9B688-5C08-0A76-4F16-F240C591B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8753" y="-1"/>
            <a:ext cx="12382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10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D76CE774-05CF-DBA1-484B-FD6C715AE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9A25A74D-6A05-B73A-301E-2CA118B88D26}"/>
              </a:ext>
            </a:extLst>
          </p:cNvPr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91A0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75;p30">
            <a:extLst>
              <a:ext uri="{FF2B5EF4-FFF2-40B4-BE49-F238E27FC236}">
                <a16:creationId xmlns:a16="http://schemas.microsoft.com/office/drawing/2014/main" id="{9672C0DE-979F-1C81-C295-CE0FD9AA520C}"/>
              </a:ext>
            </a:extLst>
          </p:cNvPr>
          <p:cNvSpPr txBox="1"/>
          <p:nvPr/>
        </p:nvSpPr>
        <p:spPr>
          <a:xfrm>
            <a:off x="65470" y="311363"/>
            <a:ext cx="399853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Unidad 6. Medición de potencia y energía en sistemas de frecuencia industrial</a:t>
            </a:r>
            <a:endParaRPr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06C1F6-68A0-B590-8340-A7747B2338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7000" y="55756"/>
            <a:ext cx="82550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050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C792C6D4-E39B-FAF9-81E5-3B0A3870F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D11B9B53-8214-A749-BCAA-E43967BB5DD7}"/>
              </a:ext>
            </a:extLst>
          </p:cNvPr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91A0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75;p30">
            <a:extLst>
              <a:ext uri="{FF2B5EF4-FFF2-40B4-BE49-F238E27FC236}">
                <a16:creationId xmlns:a16="http://schemas.microsoft.com/office/drawing/2014/main" id="{4F6A7BFF-444E-8D05-0BD9-23C9F1D17134}"/>
              </a:ext>
            </a:extLst>
          </p:cNvPr>
          <p:cNvSpPr txBox="1"/>
          <p:nvPr/>
        </p:nvSpPr>
        <p:spPr>
          <a:xfrm>
            <a:off x="69534" y="419085"/>
            <a:ext cx="399853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Unidad 7. Medición de señales no senoidales</a:t>
            </a:r>
            <a:endParaRPr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34AC432-0648-D885-BDEA-AF2BB6FC59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2657" y="-1"/>
            <a:ext cx="12382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124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07911D58-DB72-0DF5-1C91-EAABA4824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8F32C248-AA78-4DC8-AF60-BBDDF320C792}"/>
              </a:ext>
            </a:extLst>
          </p:cNvPr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91A0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75;p30">
            <a:extLst>
              <a:ext uri="{FF2B5EF4-FFF2-40B4-BE49-F238E27FC236}">
                <a16:creationId xmlns:a16="http://schemas.microsoft.com/office/drawing/2014/main" id="{00A6CF19-1355-8B43-0F29-F8835B19330F}"/>
              </a:ext>
            </a:extLst>
          </p:cNvPr>
          <p:cNvSpPr txBox="1"/>
          <p:nvPr/>
        </p:nvSpPr>
        <p:spPr>
          <a:xfrm>
            <a:off x="57342" y="311363"/>
            <a:ext cx="302317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Unidad 8. Transformadores para medición</a:t>
            </a:r>
            <a:endParaRPr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ECEF79-F2CA-4BE1-0175-515CDABF3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1822" y="29736"/>
            <a:ext cx="2172368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597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9A3EB883-B73A-82AB-114A-12E54231D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7598DFAC-A0A3-6296-634D-F63FF555C1CC}"/>
              </a:ext>
            </a:extLst>
          </p:cNvPr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91A0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75;p30">
            <a:extLst>
              <a:ext uri="{FF2B5EF4-FFF2-40B4-BE49-F238E27FC236}">
                <a16:creationId xmlns:a16="http://schemas.microsoft.com/office/drawing/2014/main" id="{566BE4F2-D9DE-2678-F58A-4D3282A50E93}"/>
              </a:ext>
            </a:extLst>
          </p:cNvPr>
          <p:cNvSpPr txBox="1"/>
          <p:nvPr/>
        </p:nvSpPr>
        <p:spPr>
          <a:xfrm>
            <a:off x="73598" y="311363"/>
            <a:ext cx="399853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Unidad 9. Medición de resistencia por método de cero. Medición de impedancias</a:t>
            </a:r>
            <a:endParaRPr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D7CAA35-74C1-56BB-E739-7B6A97D1E4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4689" y="0"/>
            <a:ext cx="12382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65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1EC7FE4D-08A9-51DA-27A0-0ED811E75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7AE8E395-8F5E-AD56-E3BD-BAFB0F19230E}"/>
              </a:ext>
            </a:extLst>
          </p:cNvPr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91A0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75;p30">
            <a:extLst>
              <a:ext uri="{FF2B5EF4-FFF2-40B4-BE49-F238E27FC236}">
                <a16:creationId xmlns:a16="http://schemas.microsoft.com/office/drawing/2014/main" id="{FDC5747A-B0CC-9890-AB54-F9F32F891C9A}"/>
              </a:ext>
            </a:extLst>
          </p:cNvPr>
          <p:cNvSpPr txBox="1"/>
          <p:nvPr/>
        </p:nvSpPr>
        <p:spPr>
          <a:xfrm>
            <a:off x="106494" y="203642"/>
            <a:ext cx="3059746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Unidad 10. Instrumentos de vibración y resonancia. Instrumentos térmicos</a:t>
            </a:r>
            <a:endParaRPr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1077C4E-2C13-D580-00B4-16FEB5BE06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2234" y="0"/>
            <a:ext cx="2218531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363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8FC79718-7799-DBF5-7F54-9B32E6EA2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F1EB6881-4D4E-DE7F-644B-0D60513DFE04}"/>
              </a:ext>
            </a:extLst>
          </p:cNvPr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91A0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75;p30">
            <a:extLst>
              <a:ext uri="{FF2B5EF4-FFF2-40B4-BE49-F238E27FC236}">
                <a16:creationId xmlns:a16="http://schemas.microsoft.com/office/drawing/2014/main" id="{F478811A-FBF3-F64B-964B-B933995FF0A7}"/>
              </a:ext>
            </a:extLst>
          </p:cNvPr>
          <p:cNvSpPr txBox="1"/>
          <p:nvPr/>
        </p:nvSpPr>
        <p:spPr>
          <a:xfrm>
            <a:off x="100398" y="311363"/>
            <a:ext cx="3047554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Unidad 11. Calibradores de tensión y corriente</a:t>
            </a:r>
            <a:endParaRPr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21EA1EB-5229-DD0B-9C6B-290D4CEEE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2460" y="0"/>
            <a:ext cx="2218531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78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>
          <a:extLst>
            <a:ext uri="{FF2B5EF4-FFF2-40B4-BE49-F238E27FC236}">
              <a16:creationId xmlns:a16="http://schemas.microsoft.com/office/drawing/2014/main" id="{2B149D74-4A92-CFBD-E764-D3D898860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>
            <a:extLst>
              <a:ext uri="{FF2B5EF4-FFF2-40B4-BE49-F238E27FC236}">
                <a16:creationId xmlns:a16="http://schemas.microsoft.com/office/drawing/2014/main" id="{8F1339D0-C81B-660A-06ED-B07B8D6511E2}"/>
              </a:ext>
            </a:extLst>
          </p:cNvPr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91A0F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175;p30">
            <a:extLst>
              <a:ext uri="{FF2B5EF4-FFF2-40B4-BE49-F238E27FC236}">
                <a16:creationId xmlns:a16="http://schemas.microsoft.com/office/drawing/2014/main" id="{26170756-DDF0-29FD-0702-306D3FA67F3D}"/>
              </a:ext>
            </a:extLst>
          </p:cNvPr>
          <p:cNvSpPr txBox="1"/>
          <p:nvPr/>
        </p:nvSpPr>
        <p:spPr>
          <a:xfrm>
            <a:off x="110174" y="419085"/>
            <a:ext cx="3926567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Unidad 12. Ensayos bajo norma</a:t>
            </a:r>
            <a:endParaRPr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B2AE3C1-1BA3-60DE-173B-38925B8A25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576" y="0"/>
            <a:ext cx="1238250" cy="1238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2580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500" y="0"/>
            <a:ext cx="5715000" cy="1239300"/>
          </a:xfrm>
          <a:prstGeom prst="roundRect">
            <a:avLst>
              <a:gd name="adj" fmla="val 9727"/>
            </a:avLst>
          </a:prstGeom>
          <a:solidFill>
            <a:srgbClr val="1981F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60960" y="332725"/>
            <a:ext cx="4104640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 dirty="0">
                <a:solidFill>
                  <a:schemeClr val="lt1"/>
                </a:solidFill>
                <a:latin typeface="Ruda"/>
                <a:ea typeface="Ruda"/>
                <a:cs typeface="Ruda"/>
                <a:sym typeface="Ruda"/>
              </a:rPr>
              <a:t>Diseño de Circuitos impresos</a:t>
            </a:r>
            <a:endParaRPr sz="2000" b="1" dirty="0">
              <a:solidFill>
                <a:schemeClr val="lt1"/>
              </a:solidFill>
              <a:latin typeface="Ruda"/>
              <a:ea typeface="Ruda"/>
              <a:cs typeface="Ruda"/>
              <a:sym typeface="Ruda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38C527-0EAA-0618-2D6C-E51A3ACD8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1051" y="234063"/>
            <a:ext cx="1692989" cy="68973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115</Words>
  <Application>Microsoft Office PowerPoint</Application>
  <PresentationFormat>Personalizado</PresentationFormat>
  <Paragraphs>13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Ruda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Marcos Santillan</dc:creator>
  <cp:lastModifiedBy>SANTILLAN Marcos Emiliano</cp:lastModifiedBy>
  <cp:revision>2</cp:revision>
  <dcterms:modified xsi:type="dcterms:W3CDTF">2026-05-13T01:01:11Z</dcterms:modified>
</cp:coreProperties>
</file>